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4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46304"/>
            <a:ext cx="8595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NYU meeting 4/6/2026: LME Natural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96112"/>
            <a:ext cx="8412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16F"/>
                </a:solidFill>
              </a:defRPr>
            </a:pPr>
            <a:r>
              <a:t>What we implemented: pymer4/lme4 trial-level LME with held-out correlation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25296"/>
            <a:ext cx="416052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" y="1335024"/>
            <a:ext cx="3941063" cy="384048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379475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C62AA"/>
                </a:solidFill>
              </a:defRPr>
            </a:pPr>
            <a:r>
              <a:t>1) Data + Predictors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92224"/>
            <a:ext cx="38404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Load trial-level RT and apply filtering.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Derive sentid/sentpos from all_stories.tok.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Compute checkpoint surprisal per word.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Merge by (story_id, zone).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25296"/>
            <a:ext cx="416052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73168" y="1335024"/>
            <a:ext cx="3941063" cy="384048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389888"/>
            <a:ext cx="379475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C62AA"/>
                </a:solidFill>
              </a:defRPr>
            </a:pPr>
            <a:r>
              <a:t>2) LME Specification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92224"/>
            <a:ext cx="38404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Dependent variable: log_fdur = log(rt).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Baseline: sentpos_z + wlen_z + random effects.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Full: baseline + surprisal_z.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Optional subject random slope for surprisal.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777240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" y="3675887"/>
            <a:ext cx="7552944" cy="384048"/>
          </a:xfrm>
          <a:prstGeom prst="round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C62AA"/>
                </a:solidFill>
              </a:defRPr>
            </a:pPr>
            <a:r>
              <a:t>3) Evaluation +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7"/>
            <a:ext cx="745236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Fit baseline/full on training split; evaluate on held-out split.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Pearson/Spearman are out-of-sample (not in-sample fitted correlation).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Inference metrics: beta, t, p, delta logLik, LRT p.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Predictive metrics: full vs baseline correlations and deltas.</a:t>
            </a:r>
          </a:p>
          <a:p>
            <a:pPr>
              <a:spcAft>
                <a:spcPts val="400"/>
              </a:spcAft>
              <a:defRPr sz="1050">
                <a:solidFill>
                  <a:srgbClr val="222831"/>
                </a:solidFill>
              </a:defRPr>
            </a:pPr>
            <a:r>
              <a:t>Per-checkpoint output written to spr_lme_checkpoint_scores.csv.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